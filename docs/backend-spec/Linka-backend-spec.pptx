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pple SD Gothic Neo"/>
              </a:rPr>
              <a:t>BACKEND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01418"/>
                </a:solidFill>
                <a:latin typeface="Apple SD Gothic Neo"/>
              </a:rPr>
              <a:t>Linka 백엔드 기획안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606C"/>
                </a:solidFill>
                <a:latin typeface="Apple SD Gothic Neo"/>
              </a:rPr>
              <a:t>React Native(Expo) 기반 인도네시아 타겟 가사·운전·심부름 중개 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6C"/>
                </a:solidFill>
                <a:latin typeface="Apple SD Gothic Neo"/>
              </a:rPr>
              <a:t>v0.1  ·  2026-04-27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01  · 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01418"/>
                </a:solidFill>
                <a:latin typeface="Apple SD Gothic Neo"/>
              </a:rPr>
              <a:t>전체 화면 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인증 (Auth)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697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01  스플래시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02  환영 화면 (역할 선택)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03  로그인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04  회원가입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05  약관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916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고객 (Customer)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697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10  홈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11  지도 (파트너 탐색) ← 우선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12  헬퍼 검색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13  헬퍼 상세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14  예약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15  주문 내역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16  리뷰 작성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17  프로필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18 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916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헬퍼 / 드라이버 / 심부름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2697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20  헬퍼 홈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21  헬퍼 주문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22  헬퍼 프로필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30  드라이버 게시판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31  드라이버 상세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40  심부름 게시판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41  심부름 등록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42  심부름 상세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6916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채팅 / 공통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103120"/>
            <a:ext cx="2697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50  채팅 목록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51  채팅 상세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60  프로필 수정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61  도움말 / FAQ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※ 커뮤니티 탭은 본 기획안에서 제외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02  ·  COMMON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01418"/>
                </a:solidFill>
                <a:latin typeface="Apple SD Gothic Neo"/>
              </a:rPr>
              <a:t>공통 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사용자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customer  · 서비스 요청자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helper      · 가사도우미 (ART)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driver       · 운전자 (대리/일일)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errand      · 심부름꾼 (예정)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→ 멀티 역할 허용 여부 정책 결정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691640"/>
            <a:ext cx="5440680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9202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다국어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31720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지원: id (기본) · en · ko · zh · ja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사용자 입력은 원문 저장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카테고리·시스템 메시지만 번역 키 보유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5440680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통화 / 지역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통화: IDR (Rp) · 정수 단위 저장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기본 지역: 자카르타 (Jakarta)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지도 중심: Kemang / Kebayoran Baru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좌표: WGS84 (lat/lng)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4069080"/>
            <a:ext cx="5440680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2976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인증 / 미디어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709160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이메일 또는 전화번호 (정책 필요)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JWT 기반 세션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약관 동의 이력 보관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사진·첨부: Pre-signed URL 권장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01418"/>
                </a:solidFill>
                <a:latin typeface="Apple SD Gothic Neo"/>
              </a:rPr>
              <a:t>지도 화면 —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01418"/>
                </a:solidFill>
                <a:latin typeface="Apple SD Gothic Neo"/>
              </a:rPr>
              <a:t>지도 위에서 주변 헬퍼·드라이버를 시각적으로 탐색하고, 필터·정렬을 통해 원하는 파트너를 찾아 상세 진입한다.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진입 경로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01418"/>
                </a:solidFill>
                <a:latin typeface="Apple SD Gothic Neo"/>
              </a:rPr>
              <a:t>•  하단 탭바 → "지도(Map)"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01418"/>
                </a:solidFill>
                <a:latin typeface="Apple SD Gothic Neo"/>
              </a:rPr>
              <a:t>•  홈 화면 → 서비스 카드 / "지도에서 보기"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01418"/>
                </a:solidFill>
                <a:latin typeface="Apple SD Gothic Neo"/>
              </a:rPr>
              <a:t>•  라우트 파라미터:  expanded?: boolean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01418"/>
                </a:solidFill>
                <a:latin typeface="Apple SD Gothic Neo"/>
              </a:rPr>
              <a:t>•  라우트 파라미터:  serviceType?: regular | onetime | live-in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212080" cy="420624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1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두 종류의 파트너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3774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HELPER  ·  헬퍼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가사도우미 (ART)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스킬: Beberes / Masak / Cuci / Setrika / Deep Cleaning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정기 / 단기 / 상주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검증·경력·평점 기반 매칭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2519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DRIVER  ·  드라이버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7200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고객 차량 운전 (대리·일일·공항·통근 등)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차종: Sedan / SUV / MPV / Van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면허 등급: SIM A · SIM A Umum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01418"/>
                </a:solidFill>
                <a:latin typeface="Apple SD Gothic Neo"/>
              </a:rPr>
              <a:t>지도 화면 — 화면 캡처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2/6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630168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6C"/>
                </a:solidFill>
                <a:latin typeface="Apple SD Gothic Neo"/>
              </a:rPr>
              <a:t>📷 스크린샷 삽입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6C"/>
                </a:solidFill>
                <a:latin typeface="Apple SD Gothic Neo"/>
              </a:rPr>
              <a:t>01_default — 기본 상태 (지도 + peek)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691640"/>
            <a:ext cx="3630168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920240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6C"/>
                </a:solidFill>
                <a:latin typeface="Apple SD Gothic Neo"/>
              </a:rPr>
              <a:t>📷 스크린샷 삽입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331720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6C"/>
                </a:solidFill>
                <a:latin typeface="Apple SD Gothic Neo"/>
              </a:rPr>
              <a:t>02_expanded — 바텀시트 펼침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691640"/>
            <a:ext cx="3630168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1920240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6C"/>
                </a:solidFill>
                <a:latin typeface="Apple SD Gothic Neo"/>
              </a:rPr>
              <a:t>📷 스크린샷 삽입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4" y="2331720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6C"/>
                </a:solidFill>
                <a:latin typeface="Apple SD Gothic Neo"/>
              </a:rPr>
              <a:t>03_marker_selected — 마커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96512"/>
            <a:ext cx="3630168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25112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6C"/>
                </a:solidFill>
                <a:latin typeface="Apple SD Gothic Neo"/>
              </a:rPr>
              <a:t>📷 스크린샷 삽입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36592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6C"/>
                </a:solidFill>
                <a:latin typeface="Apple SD Gothic Neo"/>
              </a:rPr>
              <a:t>04_filter_activity — 활동 필터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4096512"/>
            <a:ext cx="3630168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325112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6C"/>
                </a:solidFill>
                <a:latin typeface="Apple SD Gothic Neo"/>
              </a:rPr>
              <a:t>📷 스크린샷 삽입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4736592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6C"/>
                </a:solidFill>
                <a:latin typeface="Apple SD Gothic Neo"/>
              </a:rPr>
              <a:t>05_filter_service — 서비스 유형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4" y="4096512"/>
            <a:ext cx="3630168" cy="224028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4325112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6C"/>
                </a:solidFill>
                <a:latin typeface="Apple SD Gothic Neo"/>
              </a:rPr>
              <a:t>📷 스크린샷 삽입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4736592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6C"/>
                </a:solidFill>
                <a:latin typeface="Apple SD Gothic Neo"/>
              </a:rPr>
              <a:t>06_filter_condition — 조건 필터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※ screenshots/map/ 폴더에 같은 파일명으로 저장 후 끼워넣기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01418"/>
                </a:solidFill>
                <a:latin typeface="Apple SD Gothic Neo"/>
              </a:rPr>
              <a:t>지도 화면 — UI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3/6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630168" cy="233172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상단 검색 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17296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파트너 이름 / 위치 키워드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클리어(X) 버튼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691640"/>
            <a:ext cx="3630168" cy="233172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7452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지도 (Google Maps)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40280"/>
            <a:ext cx="317296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커스텀 스타일 (밝은 회색, POI/대중교통 숨김)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현재 위치 표시 (권한 시)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마커: 사진 + 이름 + 평점, 헬퍼/드라이버 색상 구분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줌 ± · 내 위치 버튼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691640"/>
            <a:ext cx="3630168" cy="233172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87452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바텀시트 — Peek (240pt)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240280"/>
            <a:ext cx="317296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헤더: "n명의 파트너" 카운트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필터 칩 가로 스크롤 (9종)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스토리 리스트: 사진 가로 스크롤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87952"/>
            <a:ext cx="3630168" cy="233172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70832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바텀시트 — Expanded (72%)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36592"/>
            <a:ext cx="317296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정렬 드롭다운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파트너 카드 FlatList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카드 탭 → 헬퍼/드라이버 상세 이동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4187952"/>
            <a:ext cx="3630168" cy="233172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4370832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선택 미리보기 시트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736592"/>
            <a:ext cx="317296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사진·이름·평점·시급·위치·스킬·경력·검증 배지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"상세 보기" CTA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4" y="4187952"/>
            <a:ext cx="3630168" cy="233172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4370832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필터 모달 4종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736592"/>
            <a:ext cx="317296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활동 카테고리 (다중 선택)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서비스 유형 (단일)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헬퍼 조건 (검증 + 경력)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정렬 (평점/후기/가격)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01418"/>
                </a:solidFill>
                <a:latin typeface="Apple SD Gothic Neo"/>
              </a:rPr>
              <a:t>지도 화면 — Partner 데이터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4/6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377440" cy="292608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필드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691640"/>
            <a:ext cx="3017520" cy="292608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73736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타입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691640"/>
            <a:ext cx="5696712" cy="292608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1737360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84248"/>
            <a:ext cx="237744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2996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984248"/>
            <a:ext cx="301752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202996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984248"/>
            <a:ext cx="5696712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2029968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파트너 고유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276856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32257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name / firstName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276856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232257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276856"/>
            <a:ext cx="5696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2322576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표시명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69464"/>
            <a:ext cx="237744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61518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partnerType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569464"/>
            <a:ext cx="301752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261518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'helper' | 'driver'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569464"/>
            <a:ext cx="5696712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2615184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파트너 종류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862072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290779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lat, lng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2862072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290779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862072"/>
            <a:ext cx="5696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2907792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위치 좌표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154680"/>
            <a:ext cx="237744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2004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photo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154680"/>
            <a:ext cx="301752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35808" y="320040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string (URL)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154680"/>
            <a:ext cx="5696712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3328" y="3200400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프로필 사진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447288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349300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location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3447288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35808" y="349300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447288"/>
            <a:ext cx="5696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3328" y="3493008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표시용 동네명 (예: Kebayoran Baru)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739896"/>
            <a:ext cx="237744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378561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rating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3739896"/>
            <a:ext cx="301752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35808" y="378561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number (0~5)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3739896"/>
            <a:ext cx="5696712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53328" y="3785616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평균 평점 (집계)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032504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407822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totalJobs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4032504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5808" y="407822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4032504"/>
            <a:ext cx="5696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53328" y="4078224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누적 작업 건수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25112"/>
            <a:ext cx="237744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437083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pricePerHour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0" y="4325112"/>
            <a:ext cx="301752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35808" y="437083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number (IDR)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4325112"/>
            <a:ext cx="5696712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4370832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시급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617720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66344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isAvailable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0" y="4617720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35808" y="46634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43600" y="4617720"/>
            <a:ext cx="5696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53328" y="4663440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즉시 가능 여부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4910328"/>
            <a:ext cx="237744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" y="495604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isVerified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26080" y="4910328"/>
            <a:ext cx="301752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35808" y="495604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43600" y="4910328"/>
            <a:ext cx="5696712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53328" y="4956048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신원·서류 검증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5202936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524865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experienceYears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5202936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35808" y="524865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43600" y="5202936"/>
            <a:ext cx="5696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53328" y="5248656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경력 연수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5495544"/>
            <a:ext cx="237744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" y="554126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serviceFrequency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26080" y="5495544"/>
            <a:ext cx="301752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35808" y="554126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'regular'|'special'|'both'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5495544"/>
            <a:ext cx="5696712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53328" y="5541264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정기/단기/둘다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5788152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8368" y="58338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skills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26080" y="5788152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35808" y="583387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string[]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943600" y="5788152"/>
            <a:ext cx="5696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53328" y="5833872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Beberes / Masak / Cuci / Setrika / …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6080760"/>
            <a:ext cx="237744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8368" y="61264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driverServices?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26080" y="6080760"/>
            <a:ext cx="3017520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35808" y="612648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string[]  (driver only)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43600" y="6080760"/>
            <a:ext cx="5696712" cy="292608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053328" y="6126480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designated/daily/airport/hourly/…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6373368"/>
            <a:ext cx="2377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58368" y="64190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licenseClass?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926080" y="6373368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035808" y="641908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string  (driver only)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43600" y="6373368"/>
            <a:ext cx="5696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53328" y="6419088"/>
            <a:ext cx="5513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SIM A · SIM A Umum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01418"/>
                </a:solidFill>
                <a:latin typeface="Apple SD Gothic Neo"/>
              </a:rPr>
              <a:t>지도 화면 — API 요구사항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5/6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7040880" cy="457200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SF Pro Text"/>
              </a:rPr>
              <a:t>/api/v1/partners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6C"/>
                </a:solidFill>
                <a:latin typeface="Apple SD Gothic Neo"/>
              </a:rPr>
              <a:t>파트너 검색 (메인)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6583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bbox=swLat,swLng,neLat,neLng    또는   lat/lng/radius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partnerType: helper | driver | all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serviceType: regular | onetime | live-in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availableOnly · verifiedOnly  (boolean)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minExperience: 0 | 1 | 3 | 5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skills[] · keyword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sortBy: rating | reviews | price_low | price_high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cursor / limit  (페이지네이션)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91640"/>
            <a:ext cx="3867912" cy="219456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87451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SF Pro Text"/>
              </a:rPr>
              <a:t>/api/v1/partners/{id}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240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6C"/>
                </a:solidFill>
                <a:latin typeface="Apple SD Gothic Neo"/>
              </a:rPr>
              <a:t>단일 파트너 상세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60604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미리보기 + 상세 화면 공용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자기소개·후기·가능 시간대 포함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4069080"/>
            <a:ext cx="3867912" cy="2194560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42519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251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SF Pro Text"/>
              </a:rPr>
              <a:t>/api/v1/activities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617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6C"/>
                </a:solidFill>
                <a:latin typeface="Apple SD Gothic Neo"/>
              </a:rPr>
              <a:t>활동 카테고리 마스터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98348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다국어 라벨 (id/ko/en/zh/ja)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category → item → skill 매핑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서버 관리 권장 (앱 업데이트 없이 갱신)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01418"/>
                </a:solidFill>
                <a:latin typeface="Apple SD Gothic Neo"/>
              </a:rPr>
              <a:t>지도 화면 — 합의 필요 / 미해결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6/6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Apple SD Gothic Neo"/>
              </a:rPr>
              <a:t>백엔드와 합의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isAvailable 정의 — 본인 토글 vs 스케줄 기반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위치 갱신 주기 — 등록 거점 vs 실시간 GPS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거리 정렬 도입 여부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isVerified 기준 (서류·절차)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헬퍼·드라이버 통합 검색 vs 분리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활동 → skill 매핑을 서버/클라 어디서?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검색 빈도 / 캐싱 정책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location 다국어 표기 정책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엣지 케이스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위치 권한 거부 → 기본 데모 영역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결과 0건 → 빈 상태 + 필터 초기화 (미구현)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네트워크 에러 → 재시도 토스트 (미구현)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비검증 파트너 → 배지 미노출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즉시 불가 → "예약 불가" 표기, CTA 비활성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마커 100+ → 클러스터링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다음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85216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스크린샷 7장 캡처 → 슬라이드 5에 삽입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다음 화면(홈 / 회원가입 등) 명세 진행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