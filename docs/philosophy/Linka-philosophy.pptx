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Nunito"/>
              </a:rPr>
              <a:t>Linka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400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55606C"/>
                </a:solidFill>
                <a:latin typeface="Inter"/>
              </a:rPr>
              <a:t>OUR PHILOSOPHY  ·  철학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0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60610"/>
            <a:ext cx="45719" cy="2426759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85236"/>
            <a:ext cx="7315200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6800" b="1" i="0">
                <a:solidFill>
                  <a:srgbClr val="101418"/>
                </a:solidFill>
                <a:latin typeface="Apple SD Gothic Neo"/>
              </a:rPr>
              <a:t>결국 </a:t>
            </a:r>
            <a:r>
              <a:rPr sz="6800" b="1" i="0">
                <a:solidFill>
                  <a:srgbClr val="00C853"/>
                </a:solidFill>
                <a:latin typeface="Apple SD Gothic Neo"/>
              </a:rPr>
              <a:t>사람</a:t>
            </a:r>
            <a:r>
              <a:rPr sz="6800" b="1" i="0">
                <a:solidFill>
                  <a:srgbClr val="101418"/>
                </a:solidFill>
                <a:latin typeface="Apple SD Gothic Ne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6796"/>
            <a:ext cx="4223913" cy="1046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6800" b="1" dirty="0" err="1">
                <a:solidFill>
                  <a:srgbClr val="00C853"/>
                </a:solidFill>
                <a:latin typeface="Apple SD Gothic Neo"/>
              </a:rPr>
              <a:t>옮기</a:t>
            </a:r>
            <a:r>
              <a:rPr sz="6800" b="1" i="0" dirty="0" err="1">
                <a:solidFill>
                  <a:srgbClr val="101418"/>
                </a:solidFill>
                <a:latin typeface="Apple SD Gothic Neo"/>
              </a:rPr>
              <a:t>는</a:t>
            </a:r>
            <a:r>
              <a:rPr sz="6800" b="1" i="0" dirty="0">
                <a:solidFill>
                  <a:srgbClr val="101418"/>
                </a:solidFill>
                <a:latin typeface="Apple SD Gothic Neo"/>
              </a:rPr>
              <a:t> </a:t>
            </a:r>
            <a:r>
              <a:rPr sz="6800" b="1" i="0" dirty="0" err="1">
                <a:solidFill>
                  <a:srgbClr val="00C853"/>
                </a:solidFill>
                <a:latin typeface="Apple SD Gothic Neo"/>
              </a:rPr>
              <a:t>온기</a:t>
            </a:r>
            <a:r>
              <a:rPr sz="6800" b="1" i="0" dirty="0">
                <a:solidFill>
                  <a:srgbClr val="101418"/>
                </a:solidFill>
                <a:latin typeface="Apple SD Gothic Ne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7123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55606C"/>
                </a:solidFill>
                <a:latin typeface="Inter"/>
              </a:rPr>
              <a:t>In the end, people. Carrying warmth.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20147"/>
            <a:ext cx="457200" cy="3810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548747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기술은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거리를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좁힙니다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.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하지만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사람을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잇는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건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,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결국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사람의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손길입니다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.</a:t>
            </a:r>
          </a:p>
          <a:p>
            <a:pPr>
              <a:lnSpc>
                <a:spcPct val="155000"/>
              </a:lnSpc>
            </a:pP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Linka는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도움이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필요한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가정과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도울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수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있는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사람을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잇는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,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가장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따뜻한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 </a:t>
            </a:r>
            <a:r>
              <a:rPr sz="1200" b="0" i="0" dirty="0" err="1">
                <a:solidFill>
                  <a:srgbClr val="55606C"/>
                </a:solidFill>
                <a:latin typeface="Apple SD Gothic Neo"/>
              </a:rPr>
              <a:t>다리입니다</a:t>
            </a:r>
            <a:r>
              <a:rPr sz="1200" b="0" i="0" dirty="0">
                <a:solidFill>
                  <a:srgbClr val="55606C"/>
                </a:solidFill>
                <a:latin typeface="Apple SD Gothic Neo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7809570" y="1889015"/>
            <a:ext cx="3014681" cy="3014681"/>
          </a:xfrm>
          <a:prstGeom prst="ellipse">
            <a:avLst/>
          </a:prstGeom>
          <a:noFill/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953202" y="2030956"/>
            <a:ext cx="640080" cy="64008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70015" y="3472068"/>
            <a:ext cx="409616" cy="409616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linka_circle_2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302335"/>
            <a:ext cx="2185035" cy="21850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0BCB5C47-51AB-D5FA-0C7C-D527869F81D6}"/>
              </a:ext>
            </a:extLst>
          </p:cNvPr>
          <p:cNvSpPr/>
          <p:nvPr/>
        </p:nvSpPr>
        <p:spPr>
          <a:xfrm>
            <a:off x="8006511" y="4188480"/>
            <a:ext cx="186080" cy="18608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</Words>
  <Application>Microsoft Macintosh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Apple SD Gothic Neo</vt:lpstr>
      <vt:lpstr>Inter</vt:lpstr>
      <vt:lpstr>Arial</vt:lpstr>
      <vt:lpstr>Calibri</vt:lpstr>
      <vt:lpstr>Nunito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재현 박</cp:lastModifiedBy>
  <cp:revision>2</cp:revision>
  <dcterms:created xsi:type="dcterms:W3CDTF">2013-01-27T09:14:16Z</dcterms:created>
  <dcterms:modified xsi:type="dcterms:W3CDTF">2026-05-26T00:04:13Z</dcterms:modified>
  <cp:category/>
</cp:coreProperties>
</file>