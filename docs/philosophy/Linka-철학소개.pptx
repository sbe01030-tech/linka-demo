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 varScale="1">
        <p:scale>
          <a:sx n="104" d="100"/>
          <a:sy n="104" d="100"/>
        </p:scale>
        <p:origin x="232" y="5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0C853"/>
                </a:solidFill>
                <a:latin typeface="Nunito"/>
              </a:rPr>
              <a:t>Linka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640080"/>
            <a:ext cx="4297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55606C"/>
                </a:solidFill>
                <a:latin typeface="Inter"/>
              </a:rPr>
              <a:t>OUR PHILOSOPHY  ·  철학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10972800" cy="9525"/>
          </a:xfrm>
          <a:prstGeom prst="rect">
            <a:avLst/>
          </a:prstGeom>
          <a:solidFill>
            <a:srgbClr val="E3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2060610"/>
            <a:ext cx="45719" cy="2426759"/>
          </a:xfrm>
          <a:prstGeom prst="rect">
            <a:avLst/>
          </a:prstGeom>
          <a:solidFill>
            <a:srgbClr val="00C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985236"/>
            <a:ext cx="7315200" cy="1280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6800" b="1" i="0">
                <a:solidFill>
                  <a:srgbClr val="101418"/>
                </a:solidFill>
                <a:latin typeface="Apple SD Gothic Neo"/>
              </a:rPr>
              <a:t>결국 </a:t>
            </a:r>
            <a:r>
              <a:rPr sz="6800" b="1" i="0">
                <a:solidFill>
                  <a:srgbClr val="00C853"/>
                </a:solidFill>
                <a:latin typeface="Apple SD Gothic Neo"/>
              </a:rPr>
              <a:t>사람</a:t>
            </a:r>
            <a:r>
              <a:rPr sz="6800" b="1" i="0">
                <a:solidFill>
                  <a:srgbClr val="101418"/>
                </a:solidFill>
                <a:latin typeface="Apple SD Gothic Neo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36796"/>
            <a:ext cx="4223913" cy="10464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6800" b="1" dirty="0" err="1">
                <a:solidFill>
                  <a:srgbClr val="00C853"/>
                </a:solidFill>
                <a:latin typeface="Apple SD Gothic Neo"/>
              </a:rPr>
              <a:t>옮기</a:t>
            </a:r>
            <a:r>
              <a:rPr sz="6800" b="1" i="0" dirty="0" err="1">
                <a:solidFill>
                  <a:srgbClr val="101418"/>
                </a:solidFill>
                <a:latin typeface="Apple SD Gothic Neo"/>
              </a:rPr>
              <a:t>는</a:t>
            </a:r>
            <a:r>
              <a:rPr sz="6800" b="1" i="0" dirty="0">
                <a:solidFill>
                  <a:srgbClr val="101418"/>
                </a:solidFill>
                <a:latin typeface="Apple SD Gothic Neo"/>
              </a:rPr>
              <a:t> </a:t>
            </a:r>
            <a:r>
              <a:rPr sz="6800" b="1" i="0" dirty="0" err="1">
                <a:solidFill>
                  <a:srgbClr val="00C853"/>
                </a:solidFill>
                <a:latin typeface="Apple SD Gothic Neo"/>
              </a:rPr>
              <a:t>온기</a:t>
            </a:r>
            <a:r>
              <a:rPr sz="6800" b="1" i="0" dirty="0">
                <a:solidFill>
                  <a:srgbClr val="101418"/>
                </a:solidFill>
                <a:latin typeface="Apple SD Gothic Neo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71236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55606C"/>
                </a:solidFill>
                <a:latin typeface="Inter"/>
              </a:rPr>
              <a:t>In the end, people. Carrying warmth.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320147"/>
            <a:ext cx="457200" cy="38100"/>
          </a:xfrm>
          <a:prstGeom prst="rect">
            <a:avLst/>
          </a:prstGeom>
          <a:solidFill>
            <a:srgbClr val="00C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5548747"/>
            <a:ext cx="68580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5000"/>
              </a:lnSpc>
            </a:pPr>
            <a:r>
              <a:rPr sz="1200" b="0" i="0" dirty="0" err="1">
                <a:solidFill>
                  <a:srgbClr val="55606C"/>
                </a:solidFill>
                <a:latin typeface="Apple SD Gothic Neo"/>
              </a:rPr>
              <a:t>기술은</a:t>
            </a: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55606C"/>
                </a:solidFill>
                <a:latin typeface="Apple SD Gothic Neo"/>
              </a:rPr>
              <a:t>거리를</a:t>
            </a: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55606C"/>
                </a:solidFill>
                <a:latin typeface="Apple SD Gothic Neo"/>
              </a:rPr>
              <a:t>좁힙니다</a:t>
            </a: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. </a:t>
            </a:r>
            <a:r>
              <a:rPr sz="1200" b="0" i="0" dirty="0" err="1">
                <a:solidFill>
                  <a:srgbClr val="55606C"/>
                </a:solidFill>
                <a:latin typeface="Apple SD Gothic Neo"/>
              </a:rPr>
              <a:t>하지만</a:t>
            </a: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55606C"/>
                </a:solidFill>
                <a:latin typeface="Apple SD Gothic Neo"/>
              </a:rPr>
              <a:t>사람을</a:t>
            </a: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55606C"/>
                </a:solidFill>
                <a:latin typeface="Apple SD Gothic Neo"/>
              </a:rPr>
              <a:t>잇는</a:t>
            </a: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55606C"/>
                </a:solidFill>
                <a:latin typeface="Apple SD Gothic Neo"/>
              </a:rPr>
              <a:t>건</a:t>
            </a: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, </a:t>
            </a:r>
            <a:r>
              <a:rPr sz="1200" b="0" i="0" dirty="0" err="1">
                <a:solidFill>
                  <a:srgbClr val="55606C"/>
                </a:solidFill>
                <a:latin typeface="Apple SD Gothic Neo"/>
              </a:rPr>
              <a:t>결국</a:t>
            </a: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55606C"/>
                </a:solidFill>
                <a:latin typeface="Apple SD Gothic Neo"/>
              </a:rPr>
              <a:t>사람의</a:t>
            </a: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55606C"/>
                </a:solidFill>
                <a:latin typeface="Apple SD Gothic Neo"/>
              </a:rPr>
              <a:t>손길입니다</a:t>
            </a: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.</a:t>
            </a:r>
          </a:p>
          <a:p>
            <a:pPr>
              <a:lnSpc>
                <a:spcPct val="155000"/>
              </a:lnSpc>
            </a:pP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Linka는 </a:t>
            </a:r>
            <a:r>
              <a:rPr sz="1200" b="0" i="0" dirty="0" err="1">
                <a:solidFill>
                  <a:srgbClr val="55606C"/>
                </a:solidFill>
                <a:latin typeface="Apple SD Gothic Neo"/>
              </a:rPr>
              <a:t>도움이</a:t>
            </a: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55606C"/>
                </a:solidFill>
                <a:latin typeface="Apple SD Gothic Neo"/>
              </a:rPr>
              <a:t>필요한</a:t>
            </a: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55606C"/>
                </a:solidFill>
                <a:latin typeface="Apple SD Gothic Neo"/>
              </a:rPr>
              <a:t>가정과</a:t>
            </a: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55606C"/>
                </a:solidFill>
                <a:latin typeface="Apple SD Gothic Neo"/>
              </a:rPr>
              <a:t>도울</a:t>
            </a: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55606C"/>
                </a:solidFill>
                <a:latin typeface="Apple SD Gothic Neo"/>
              </a:rPr>
              <a:t>수</a:t>
            </a: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55606C"/>
                </a:solidFill>
                <a:latin typeface="Apple SD Gothic Neo"/>
              </a:rPr>
              <a:t>있는</a:t>
            </a: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55606C"/>
                </a:solidFill>
                <a:latin typeface="Apple SD Gothic Neo"/>
              </a:rPr>
              <a:t>사람을</a:t>
            </a: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55606C"/>
                </a:solidFill>
                <a:latin typeface="Apple SD Gothic Neo"/>
              </a:rPr>
              <a:t>잇는</a:t>
            </a: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, </a:t>
            </a:r>
            <a:r>
              <a:rPr sz="1200" b="0" i="0" dirty="0" err="1">
                <a:solidFill>
                  <a:srgbClr val="55606C"/>
                </a:solidFill>
                <a:latin typeface="Apple SD Gothic Neo"/>
              </a:rPr>
              <a:t>가장</a:t>
            </a: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55606C"/>
                </a:solidFill>
                <a:latin typeface="Apple SD Gothic Neo"/>
              </a:rPr>
              <a:t>따뜻한</a:t>
            </a: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55606C"/>
                </a:solidFill>
                <a:latin typeface="Apple SD Gothic Neo"/>
              </a:rPr>
              <a:t>다리입니다</a:t>
            </a:r>
            <a:r>
              <a:rPr sz="1200" b="0" i="0" dirty="0">
                <a:solidFill>
                  <a:srgbClr val="55606C"/>
                </a:solidFill>
                <a:latin typeface="Apple SD Gothic Neo"/>
              </a:rPr>
              <a:t>.</a:t>
            </a:r>
          </a:p>
        </p:txBody>
      </p:sp>
      <p:sp>
        <p:nvSpPr>
          <p:cNvPr id="12" name="Oval 11"/>
          <p:cNvSpPr/>
          <p:nvPr/>
        </p:nvSpPr>
        <p:spPr>
          <a:xfrm>
            <a:off x="7809570" y="1889015"/>
            <a:ext cx="3014681" cy="3014681"/>
          </a:xfrm>
          <a:prstGeom prst="ellipse">
            <a:avLst/>
          </a:prstGeom>
          <a:noFill/>
          <a:ln w="12700">
            <a:solidFill>
              <a:srgbClr val="00C8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009550" y="2040347"/>
            <a:ext cx="640080" cy="640080"/>
          </a:xfrm>
          <a:prstGeom prst="ellipse">
            <a:avLst/>
          </a:prstGeom>
          <a:solidFill>
            <a:srgbClr val="00C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495873" y="3583281"/>
            <a:ext cx="409616" cy="409616"/>
          </a:xfrm>
          <a:prstGeom prst="ellipse">
            <a:avLst/>
          </a:prstGeom>
          <a:solidFill>
            <a:srgbClr val="00C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linka_circle_20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2302335"/>
            <a:ext cx="2185035" cy="2185035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40080" y="6400800"/>
            <a:ext cx="10972800" cy="9525"/>
          </a:xfrm>
          <a:prstGeom prst="rect">
            <a:avLst/>
          </a:prstGeom>
          <a:solidFill>
            <a:srgbClr val="E3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3">
            <a:extLst>
              <a:ext uri="{FF2B5EF4-FFF2-40B4-BE49-F238E27FC236}">
                <a16:creationId xmlns:a16="http://schemas.microsoft.com/office/drawing/2014/main" id="{0BCB5C47-51AB-D5FA-0C7C-D527869F81D6}"/>
              </a:ext>
            </a:extLst>
          </p:cNvPr>
          <p:cNvSpPr/>
          <p:nvPr/>
        </p:nvSpPr>
        <p:spPr>
          <a:xfrm>
            <a:off x="8006511" y="4188480"/>
            <a:ext cx="186080" cy="186080"/>
          </a:xfrm>
          <a:prstGeom prst="ellipse">
            <a:avLst/>
          </a:prstGeom>
          <a:solidFill>
            <a:srgbClr val="00C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48</Words>
  <Application>Microsoft Macintosh PowerPoint</Application>
  <PresentationFormat>와이드스크린</PresentationFormat>
  <Paragraphs>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Apple SD Gothic Neo</vt:lpstr>
      <vt:lpstr>Inter</vt:lpstr>
      <vt:lpstr>Arial</vt:lpstr>
      <vt:lpstr>Calibri</vt:lpstr>
      <vt:lpstr>Nunito</vt:lpstr>
      <vt:lpstr>Office Theme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재현 박</cp:lastModifiedBy>
  <cp:revision>3</cp:revision>
  <dcterms:created xsi:type="dcterms:W3CDTF">2013-01-27T09:14:16Z</dcterms:created>
  <dcterms:modified xsi:type="dcterms:W3CDTF">2026-05-26T00:05:07Z</dcterms:modified>
  <cp:category/>
</cp:coreProperties>
</file>