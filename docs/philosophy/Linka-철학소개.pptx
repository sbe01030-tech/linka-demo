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64"/>
    <p:restoredTop sz="94674"/>
  </p:normalViewPr>
  <p:slideViewPr>
    <p:cSldViewPr snapToGrid="0" snapToObjects="1">
      <p:cViewPr varScale="1">
        <p:scale>
          <a:sx n="153" d="100"/>
          <a:sy n="153" d="100"/>
        </p:scale>
        <p:origin x="28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ADDDD-2C29-904C-A185-822B6DAFA20C}" type="datetimeFigureOut">
              <a:rPr kumimoji="1" lang="ko-KR" altLang="en-US" smtClean="0"/>
              <a:t>2026. 6. 8.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A8566-7B79-DA41-8BB2-DDE1C42F28BC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5119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4A8566-7B79-DA41-8BB2-DDE1C42F28BC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770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745676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000" b="1" i="0">
                <a:solidFill>
                  <a:srgbClr val="00C853"/>
                </a:solidFill>
                <a:latin typeface="Nunito"/>
              </a:rPr>
              <a:t>Linka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10972800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2060610"/>
            <a:ext cx="45719" cy="2426759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1614"/>
            <a:ext cx="4703211" cy="9233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spc="-15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Worth</a:t>
            </a:r>
            <a:r>
              <a:rPr lang="en-US" sz="6000" b="1" spc="-150" dirty="0">
                <a:solidFill>
                  <a:srgbClr val="00C853"/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rPr>
              <a:t> Work,</a:t>
            </a:r>
            <a:endParaRPr sz="6000" b="1" spc="-150" dirty="0">
              <a:solidFill>
                <a:srgbClr val="00C853"/>
              </a:solidFill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153174"/>
            <a:ext cx="4456348" cy="92333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6000" b="1" spc="-150" dirty="0">
                <a:solidFill>
                  <a:srgbClr val="00C853"/>
                </a:solidFill>
                <a:latin typeface="Noto Sans KR Black" panose="020B0200000000000000" pitchFamily="34" charset="-128"/>
                <a:ea typeface="Noto Sans KR Black" panose="020B0200000000000000" pitchFamily="34" charset="-128"/>
              </a:rPr>
              <a:t>Work </a:t>
            </a:r>
            <a:r>
              <a:rPr lang="en-US" sz="6000" b="1" spc="-150" dirty="0">
                <a:latin typeface="Noto Sans KR Black" panose="020B0200000000000000" pitchFamily="34" charset="-128"/>
                <a:ea typeface="Noto Sans KR Black" panose="020B0200000000000000" pitchFamily="34" charset="-128"/>
              </a:rPr>
              <a:t>Worth</a:t>
            </a:r>
            <a:endParaRPr sz="6000" b="1" spc="-150" dirty="0">
              <a:latin typeface="Noto Sans KR Black" panose="020B0200000000000000" pitchFamily="34" charset="-128"/>
              <a:ea typeface="Noto Sans KR Black" panose="020B02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95638" y="4271236"/>
            <a:ext cx="7315200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" sz="1400" b="0" i="1" dirty="0">
                <a:solidFill>
                  <a:srgbClr val="55606C"/>
                </a:solidFill>
                <a:latin typeface="Inter"/>
              </a:rPr>
              <a:t>Where homes meet hands.</a:t>
            </a:r>
            <a:endParaRPr sz="1400" b="0" i="1" dirty="0">
              <a:solidFill>
                <a:srgbClr val="55606C"/>
              </a:solidFill>
              <a:latin typeface="Inte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" y="5320147"/>
            <a:ext cx="457200" cy="38100"/>
          </a:xfrm>
          <a:prstGeom prst="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515495"/>
            <a:ext cx="6858000" cy="6347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55000"/>
              </a:lnSpc>
            </a:pPr>
            <a:r>
              <a:rPr lang="ko-KR" altLang="ko-KR" sz="1400" dirty="0">
                <a:latin typeface="NanumSquare" panose="020B0600000101010101" pitchFamily="34" charset="-127"/>
                <a:ea typeface="NanumSquare" panose="020B0600000101010101" pitchFamily="34" charset="-127"/>
              </a:rPr>
              <a:t>누군가의 일이 누군가의 시간이 됩니다. </a:t>
            </a:r>
            <a:endParaRPr lang="en-US" altLang="ko-KR" sz="1400" dirty="0">
              <a:latin typeface="NanumSquare" panose="020B0600000101010101" pitchFamily="34" charset="-127"/>
              <a:ea typeface="NanumSquare" panose="020B0600000101010101" pitchFamily="34" charset="-127"/>
            </a:endParaRPr>
          </a:p>
          <a:p>
            <a:pPr>
              <a:lnSpc>
                <a:spcPct val="155000"/>
              </a:lnSpc>
            </a:pPr>
            <a:r>
              <a:rPr lang="en" altLang="ko-KR" sz="1400" dirty="0">
                <a:latin typeface="NanumSquare" panose="020B0600000101010101" pitchFamily="34" charset="-127"/>
                <a:ea typeface="NanumSquare" panose="020B0600000101010101" pitchFamily="34" charset="-127"/>
              </a:rPr>
              <a:t>Linka</a:t>
            </a:r>
            <a:r>
              <a:rPr lang="ko-KR" altLang="en-US" sz="1400" dirty="0">
                <a:latin typeface="NanumSquare" panose="020B0600000101010101" pitchFamily="34" charset="-127"/>
                <a:ea typeface="NanumSquare" panose="020B0600000101010101" pitchFamily="34" charset="-127"/>
              </a:rPr>
              <a:t>는 가장 가까운 사람을</a:t>
            </a:r>
            <a:r>
              <a:rPr lang="en-US" altLang="ko-KR" sz="1400" dirty="0">
                <a:latin typeface="NanumSquare" panose="020B0600000101010101" pitchFamily="34" charset="-127"/>
                <a:ea typeface="NanumSquare" panose="020B0600000101010101" pitchFamily="34" charset="-127"/>
              </a:rPr>
              <a:t>, </a:t>
            </a:r>
            <a:r>
              <a:rPr lang="ko-KR" altLang="en-US" sz="1400" dirty="0">
                <a:latin typeface="NanumSquare" panose="020B0600000101010101" pitchFamily="34" charset="-127"/>
                <a:ea typeface="NanumSquare" panose="020B0600000101010101" pitchFamily="34" charset="-127"/>
              </a:rPr>
              <a:t>가장 빠르게 연결합니다</a:t>
            </a:r>
            <a:r>
              <a:rPr lang="en-US" altLang="ko-KR" sz="1400" dirty="0">
                <a:latin typeface="NanumSquare" panose="020B0600000101010101" pitchFamily="34" charset="-127"/>
                <a:ea typeface="NanumSquare" panose="020B0600000101010101" pitchFamily="34" charset="-127"/>
              </a:rPr>
              <a:t>.</a:t>
            </a:r>
            <a:endParaRPr sz="1400" dirty="0">
              <a:solidFill>
                <a:srgbClr val="55606C"/>
              </a:solidFill>
              <a:latin typeface="NanumSquare" panose="020B0600000101010101" pitchFamily="34" charset="-127"/>
              <a:ea typeface="NanumSquare" panose="020B0600000101010101" pitchFamily="34" charset="-127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7809570" y="1889015"/>
            <a:ext cx="3014681" cy="3014681"/>
          </a:xfrm>
          <a:prstGeom prst="ellipse">
            <a:avLst/>
          </a:prstGeom>
          <a:noFill/>
          <a:ln w="12700">
            <a:solidFill>
              <a:srgbClr val="00C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009550" y="2040347"/>
            <a:ext cx="640080" cy="64008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95873" y="3583281"/>
            <a:ext cx="409616" cy="409616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linka_circle_20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302335"/>
            <a:ext cx="2185035" cy="21850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400800"/>
            <a:ext cx="10972800" cy="9525"/>
          </a:xfrm>
          <a:prstGeom prst="rect">
            <a:avLst/>
          </a:prstGeom>
          <a:solidFill>
            <a:srgbClr val="E3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3">
            <a:extLst>
              <a:ext uri="{FF2B5EF4-FFF2-40B4-BE49-F238E27FC236}">
                <a16:creationId xmlns:a16="http://schemas.microsoft.com/office/drawing/2014/main" id="{0BCB5C47-51AB-D5FA-0C7C-D527869F81D6}"/>
              </a:ext>
            </a:extLst>
          </p:cNvPr>
          <p:cNvSpPr/>
          <p:nvPr/>
        </p:nvSpPr>
        <p:spPr>
          <a:xfrm>
            <a:off x="8006511" y="4188480"/>
            <a:ext cx="186080" cy="186080"/>
          </a:xfrm>
          <a:prstGeom prst="ellipse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28</Words>
  <Application>Microsoft Macintosh PowerPoint</Application>
  <PresentationFormat>와이드스크린</PresentationFormat>
  <Paragraphs>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맑은 고딕</vt:lpstr>
      <vt:lpstr>Inter</vt:lpstr>
      <vt:lpstr>NanumSquare</vt:lpstr>
      <vt:lpstr>Noto Sans KR Black</vt:lpstr>
      <vt:lpstr>Arial</vt:lpstr>
      <vt:lpstr>Calibri</vt:lpstr>
      <vt:lpstr>Nunito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재현 박</cp:lastModifiedBy>
  <cp:revision>5</cp:revision>
  <dcterms:created xsi:type="dcterms:W3CDTF">2013-01-27T09:14:16Z</dcterms:created>
  <dcterms:modified xsi:type="dcterms:W3CDTF">2026-06-08T00:31:14Z</dcterms:modified>
  <cp:category/>
</cp:coreProperties>
</file>