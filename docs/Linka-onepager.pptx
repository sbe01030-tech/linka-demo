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11827"/>
                </a:solidFill>
                <a:latin typeface="Nunito"/>
              </a:rPr>
              <a:t>Linka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411480"/>
            <a:ext cx="1554480" cy="3657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맑은 고딕"/>
              </a:rPr>
              <a:t>🇮🇩 Jakarta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00C853"/>
                </a:solidFill>
                <a:latin typeface="Nunito"/>
              </a:rPr>
              <a:t>Worth Work, Work Worth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인도네시아 가정의 손길을 잇는 신뢰 기반 매칭 플랫폼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2287" y="3108960"/>
            <a:ext cx="3657600" cy="146304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2287" y="3108960"/>
            <a:ext cx="109728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6607" y="324612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맑은 고딕"/>
              </a:rPr>
              <a:t>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8127" y="329184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맑은 고딕"/>
              </a:rPr>
              <a:t>가사도우미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8127" y="37947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ART · 청소 · 요리 · 육아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047" y="3108960"/>
            <a:ext cx="3657600" cy="146304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7047" y="3108960"/>
            <a:ext cx="109728" cy="1463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1367" y="324612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맑은 고딕"/>
              </a:rPr>
              <a:t>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2887" y="329184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맑은 고딕"/>
              </a:rPr>
              <a:t>드라이버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2887" y="37947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대리 · 일일 · 시간제 · 공항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807" y="3108960"/>
            <a:ext cx="3657600" cy="146304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1807" y="3108960"/>
            <a:ext cx="109728" cy="1463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6127" y="324612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맑은 고딕"/>
              </a:rPr>
              <a:t>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7647" y="329184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맑은 고딕"/>
              </a:rPr>
              <a:t>심부름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7647" y="37947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누구나 등록 · 누구나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맑은 고딕"/>
              </a:rPr>
              <a:t>우리의 차별점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49240"/>
            <a:ext cx="320040" cy="320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492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03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KYC + Linka 온도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66928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인니식 본인인증(NIK·KTP) + 평점 통합 → 신뢰 가시화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5349240"/>
            <a:ext cx="320040" cy="320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53492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303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통합 슈퍼앱 전략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66928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가사·드라이버·심부름을 한 앱에 → 가족 단위 LTV 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5349240"/>
            <a:ext cx="320040" cy="320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534924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5303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맑은 고딕"/>
              </a:rPr>
              <a:t>프리미엄·주재원 교두보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66928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자카르타 중상층 + 한국·일본 expat 우선 타겟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맑은 고딕"/>
              </a:rPr>
              <a:t>2026 시연 단계 · Pre-launch · React Native + Java/AWS Backend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맑은 고딕"/>
              </a:rPr>
              <a:t>Park · max@bigbandent.com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